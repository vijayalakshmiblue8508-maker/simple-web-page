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Login Page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HTML, CSS &amp; JavaScript Combined</a:t>
            </a:r>
          </a:p>
          <a:p>
            <a:r>
              <a:t>Presented by Vijayalakshmi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Login Page Application</a:t>
            </a:r>
          </a:p>
          <a:p>
            <a:r>
              <a:t>• Developed using HTML, CSS, and JavaScript</a:t>
            </a:r>
          </a:p>
          <a:p>
            <a:r>
              <a:t>• Validates username and password</a:t>
            </a:r>
          </a:p>
          <a:p>
            <a:r>
              <a:t>• Displays landing page after successful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login form with username and password fields</a:t>
            </a:r>
          </a:p>
          <a:p>
            <a:r>
              <a:t>• Sign In button to trigger login function</a:t>
            </a:r>
          </a:p>
          <a:p>
            <a:r>
              <a:t>• Landing page section for successful login</a:t>
            </a:r>
          </a:p>
          <a:p>
            <a:r>
              <a:t>• All content combined in a single HTML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Gradient background design</a:t>
            </a:r>
          </a:p>
          <a:p>
            <a:r>
              <a:t>• Centered login container</a:t>
            </a:r>
          </a:p>
          <a:p>
            <a:r>
              <a:t>• Styled input fields and buttons</a:t>
            </a:r>
          </a:p>
          <a:p>
            <a:r>
              <a:t>• Hover effects for better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login() function checks username and password</a:t>
            </a:r>
          </a:p>
          <a:p>
            <a:r>
              <a:t>• Valid credentials: admin / 1234</a:t>
            </a:r>
          </a:p>
          <a:p>
            <a:r>
              <a:t>• Shows landing page on success</a:t>
            </a:r>
          </a:p>
          <a:p>
            <a:r>
              <a:t>• logout() function returns to login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username and password</a:t>
            </a:r>
          </a:p>
          <a:p>
            <a:r>
              <a:t>2. Clicks Sign In</a:t>
            </a:r>
          </a:p>
          <a:p>
            <a:r>
              <a:t>3. If correct → Welcome page shown</a:t>
            </a:r>
          </a:p>
          <a:p>
            <a:r>
              <a:t>4. If incorrect → Error alert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basic front-end login system</a:t>
            </a:r>
          </a:p>
          <a:p>
            <a:r>
              <a:t>• Combines HTML, CSS &amp; JavaScript</a:t>
            </a:r>
          </a:p>
          <a:p>
            <a:r>
              <a:t>• Beginner-friendly web development project</a:t>
            </a:r>
          </a:p>
          <a:p>
            <a:r>
              <a:t>• Can be enhanced using database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